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handoutMasterIdLst>
    <p:handoutMasterId r:id="rId8"/>
  </p:handoutMasterIdLst>
  <p:sldIdLst>
    <p:sldId id="968" r:id="rId2"/>
    <p:sldId id="975" r:id="rId3"/>
    <p:sldId id="976" r:id="rId4"/>
    <p:sldId id="977" r:id="rId5"/>
    <p:sldId id="978" r:id="rId6"/>
  </p:sldIdLst>
  <p:sldSz cx="6858000" cy="9906000" type="A4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9" userDrawn="1">
          <p15:clr>
            <a:srgbClr val="A4A3A4"/>
          </p15:clr>
        </p15:guide>
        <p15:guide id="2" orient="horz" pos="1681" userDrawn="1">
          <p15:clr>
            <a:srgbClr val="A4A3A4"/>
          </p15:clr>
        </p15:guide>
        <p15:guide id="3" orient="horz" pos="402" userDrawn="1">
          <p15:clr>
            <a:srgbClr val="A4A3A4"/>
          </p15:clr>
        </p15:guide>
        <p15:guide id="4" orient="horz" pos="1225" userDrawn="1">
          <p15:clr>
            <a:srgbClr val="A4A3A4"/>
          </p15:clr>
        </p15:guide>
        <p15:guide id="5" orient="horz" pos="1947" userDrawn="1">
          <p15:clr>
            <a:srgbClr val="A4A3A4"/>
          </p15:clr>
        </p15:guide>
        <p15:guide id="6" orient="horz" pos="807" userDrawn="1">
          <p15:clr>
            <a:srgbClr val="A4A3A4"/>
          </p15:clr>
        </p15:guide>
        <p15:guide id="7" orient="horz" pos="5584" userDrawn="1">
          <p15:clr>
            <a:srgbClr val="A4A3A4"/>
          </p15:clr>
        </p15:guide>
        <p15:guide id="8" orient="horz" pos="2404" userDrawn="1">
          <p15:clr>
            <a:srgbClr val="A4A3A4"/>
          </p15:clr>
        </p15:guide>
        <p15:guide id="9" pos="2170" userDrawn="1">
          <p15:clr>
            <a:srgbClr val="A4A3A4"/>
          </p15:clr>
        </p15:guide>
        <p15:guide id="10" pos="4146" userDrawn="1">
          <p15:clr>
            <a:srgbClr val="A4A3A4"/>
          </p15:clr>
        </p15:guide>
        <p15:guide id="11" pos="172" userDrawn="1">
          <p15:clr>
            <a:srgbClr val="A4A3A4"/>
          </p15:clr>
        </p15:guide>
        <p15:guide id="12" pos="1171" userDrawn="1">
          <p15:clr>
            <a:srgbClr val="A4A3A4"/>
          </p15:clr>
        </p15:guide>
        <p15:guide id="13" pos="3169" userDrawn="1">
          <p15:clr>
            <a:srgbClr val="A4A3A4"/>
          </p15:clr>
        </p15:guide>
        <p15:guide id="14" pos="675" userDrawn="1">
          <p15:clr>
            <a:srgbClr val="A4A3A4"/>
          </p15:clr>
        </p15:guide>
        <p15:guide id="15" pos="3682" userDrawn="1">
          <p15:clr>
            <a:srgbClr val="A4A3A4"/>
          </p15:clr>
        </p15:guide>
        <p15:guide id="16" pos="9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FF"/>
    <a:srgbClr val="CCFFFF"/>
    <a:srgbClr val="FFFF00"/>
    <a:srgbClr val="CCFFCC"/>
    <a:srgbClr val="FFFFCC"/>
    <a:srgbClr val="FFFFFF"/>
    <a:srgbClr val="FFFF99"/>
    <a:srgbClr val="1D314E"/>
    <a:srgbClr val="3D3C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86364" autoAdjust="0"/>
  </p:normalViewPr>
  <p:slideViewPr>
    <p:cSldViewPr snapToGrid="0">
      <p:cViewPr varScale="1">
        <p:scale>
          <a:sx n="74" d="100"/>
          <a:sy n="74" d="100"/>
        </p:scale>
        <p:origin x="1308" y="60"/>
      </p:cViewPr>
      <p:guideLst>
        <p:guide orient="horz" pos="3129"/>
        <p:guide orient="horz" pos="1681"/>
        <p:guide orient="horz" pos="402"/>
        <p:guide orient="horz" pos="1225"/>
        <p:guide orient="horz" pos="1947"/>
        <p:guide orient="horz" pos="807"/>
        <p:guide orient="horz" pos="5584"/>
        <p:guide orient="horz" pos="2404"/>
        <p:guide pos="2170"/>
        <p:guide pos="4146"/>
        <p:guide pos="172"/>
        <p:guide pos="1171"/>
        <p:guide pos="3169"/>
        <p:guide pos="675"/>
        <p:guide pos="3682"/>
        <p:guide pos="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2400" y="90"/>
      </p:cViewPr>
      <p:guideLst>
        <p:guide orient="horz" pos="3224"/>
        <p:guide pos="223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6" y="5"/>
            <a:ext cx="3078427" cy="511731"/>
          </a:xfrm>
          <a:prstGeom prst="rect">
            <a:avLst/>
          </a:prstGeom>
        </p:spPr>
        <p:txBody>
          <a:bodyPr vert="horz" lIns="94754" tIns="47377" rIns="94754" bIns="47377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007" y="5"/>
            <a:ext cx="3078427" cy="511731"/>
          </a:xfrm>
          <a:prstGeom prst="rect">
            <a:avLst/>
          </a:prstGeom>
        </p:spPr>
        <p:txBody>
          <a:bodyPr vert="horz" lIns="94754" tIns="47377" rIns="94754" bIns="47377" rtlCol="0"/>
          <a:lstStyle>
            <a:lvl1pPr algn="r">
              <a:defRPr sz="1200"/>
            </a:lvl1pPr>
          </a:lstStyle>
          <a:p>
            <a:fld id="{207F23D9-DF40-4811-9C78-A2E2A32398DD}" type="datetimeFigureOut">
              <a:rPr lang="ko-KR" altLang="en-US" smtClean="0"/>
              <a:pPr/>
              <a:t>2025-10-29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6" y="9721131"/>
            <a:ext cx="3078427" cy="511731"/>
          </a:xfrm>
          <a:prstGeom prst="rect">
            <a:avLst/>
          </a:prstGeom>
        </p:spPr>
        <p:txBody>
          <a:bodyPr vert="horz" lIns="94754" tIns="47377" rIns="94754" bIns="47377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007" y="9721131"/>
            <a:ext cx="3078427" cy="511731"/>
          </a:xfrm>
          <a:prstGeom prst="rect">
            <a:avLst/>
          </a:prstGeom>
        </p:spPr>
        <p:txBody>
          <a:bodyPr vert="horz" lIns="94754" tIns="47377" rIns="94754" bIns="47377" rtlCol="0" anchor="b"/>
          <a:lstStyle>
            <a:lvl1pPr algn="r">
              <a:defRPr sz="1200"/>
            </a:lvl1pPr>
          </a:lstStyle>
          <a:p>
            <a:fld id="{4DD6E7B0-61C4-474B-96F1-99E4547EAD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15996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6" y="5"/>
            <a:ext cx="3078427" cy="511731"/>
          </a:xfrm>
          <a:prstGeom prst="rect">
            <a:avLst/>
          </a:prstGeom>
        </p:spPr>
        <p:txBody>
          <a:bodyPr vert="horz" lIns="94754" tIns="47377" rIns="94754" bIns="47377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007" y="5"/>
            <a:ext cx="3078427" cy="511731"/>
          </a:xfrm>
          <a:prstGeom prst="rect">
            <a:avLst/>
          </a:prstGeom>
        </p:spPr>
        <p:txBody>
          <a:bodyPr vert="horz" lIns="94754" tIns="47377" rIns="94754" bIns="47377" rtlCol="0"/>
          <a:lstStyle>
            <a:lvl1pPr algn="r">
              <a:defRPr sz="1200"/>
            </a:lvl1pPr>
          </a:lstStyle>
          <a:p>
            <a:fld id="{F3AF6795-A612-454E-AF7A-9192B1BEBB13}" type="datetimeFigureOut">
              <a:rPr lang="ko-KR" altLang="en-US" smtClean="0"/>
              <a:pPr/>
              <a:t>2025-10-29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24088" y="769938"/>
            <a:ext cx="2655887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4" tIns="47377" rIns="94754" bIns="4737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861444"/>
            <a:ext cx="5683250" cy="4605576"/>
          </a:xfrm>
          <a:prstGeom prst="rect">
            <a:avLst/>
          </a:prstGeom>
        </p:spPr>
        <p:txBody>
          <a:bodyPr vert="horz" lIns="94754" tIns="47377" rIns="94754" bIns="47377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6" y="9721131"/>
            <a:ext cx="3078427" cy="511731"/>
          </a:xfrm>
          <a:prstGeom prst="rect">
            <a:avLst/>
          </a:prstGeom>
        </p:spPr>
        <p:txBody>
          <a:bodyPr vert="horz" lIns="94754" tIns="47377" rIns="94754" bIns="47377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007" y="9721131"/>
            <a:ext cx="3078427" cy="511731"/>
          </a:xfrm>
          <a:prstGeom prst="rect">
            <a:avLst/>
          </a:prstGeom>
        </p:spPr>
        <p:txBody>
          <a:bodyPr vert="horz" lIns="94754" tIns="47377" rIns="94754" bIns="47377" rtlCol="0" anchor="b"/>
          <a:lstStyle>
            <a:lvl1pPr algn="r">
              <a:defRPr sz="1200"/>
            </a:lvl1pPr>
          </a:lstStyle>
          <a:p>
            <a:fld id="{A0A51D67-0C14-4576-BCC5-A508196B7BB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730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73602" y="4961213"/>
            <a:ext cx="63045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>
            <a:off x="273604" y="5762061"/>
            <a:ext cx="119443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273604" y="6209833"/>
            <a:ext cx="119443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273604" y="6661388"/>
            <a:ext cx="119443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273604" y="7111747"/>
            <a:ext cx="119443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045" y="9143919"/>
            <a:ext cx="953389" cy="48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13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94B9-46A7-48DF-A803-195584BDF6D8}" type="datetime1">
              <a:rPr lang="ko-KR" altLang="en-US" smtClean="0"/>
              <a:t>2025-10-29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73602" y="791352"/>
            <a:ext cx="63045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270" y="215493"/>
            <a:ext cx="661890" cy="33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9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273602" y="4961213"/>
            <a:ext cx="63045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273604" y="5762061"/>
            <a:ext cx="119443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273604" y="6209833"/>
            <a:ext cx="119443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273604" y="6661388"/>
            <a:ext cx="119443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73604" y="7111747"/>
            <a:ext cx="1194438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234046" y="356407"/>
            <a:ext cx="6253842" cy="2674357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4050" b="1" spc="-188" baseline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  <a:lvl2pPr marL="342886" indent="0">
              <a:buNone/>
              <a:defRPr sz="900"/>
            </a:lvl2pPr>
            <a:lvl3pPr marL="685772" indent="0">
              <a:buNone/>
              <a:defRPr sz="750"/>
            </a:lvl3pPr>
            <a:lvl4pPr marL="1028657" indent="0">
              <a:buNone/>
              <a:defRPr sz="675"/>
            </a:lvl4pPr>
            <a:lvl5pPr marL="1371543" indent="0">
              <a:buNone/>
              <a:defRPr sz="675"/>
            </a:lvl5pPr>
            <a:lvl6pPr marL="1714428" indent="0">
              <a:buNone/>
              <a:defRPr sz="675"/>
            </a:lvl6pPr>
            <a:lvl7pPr marL="2057314" indent="0">
              <a:buNone/>
              <a:defRPr sz="675"/>
            </a:lvl7pPr>
            <a:lvl8pPr marL="2400199" indent="0">
              <a:buNone/>
              <a:defRPr sz="675"/>
            </a:lvl8pPr>
            <a:lvl9pPr marL="2743085" indent="0">
              <a:buNone/>
              <a:defRPr sz="675"/>
            </a:lvl9pPr>
          </a:lstStyle>
          <a:p>
            <a:pPr lvl="0"/>
            <a:r>
              <a:rPr lang="ko-KR" altLang="en-US" dirty="0"/>
              <a:t>제목을 입력하세요</a:t>
            </a:r>
            <a:endParaRPr lang="en-US" altLang="ko-KR" dirty="0"/>
          </a:p>
          <a:p>
            <a:pPr lvl="0"/>
            <a:endParaRPr lang="ko-KR" altLang="en-US" dirty="0"/>
          </a:p>
        </p:txBody>
      </p:sp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201390" y="5785093"/>
            <a:ext cx="6313710" cy="440304"/>
          </a:xfrm>
        </p:spPr>
        <p:txBody>
          <a:bodyPr anchor="t">
            <a:normAutofit/>
          </a:bodyPr>
          <a:lstStyle>
            <a:lvl1pPr algn="l">
              <a:buFont typeface="Wingdings" pitchFamily="2" charset="2"/>
              <a:buNone/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403" y="9242870"/>
            <a:ext cx="759032" cy="38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0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5234424" y="9346502"/>
            <a:ext cx="1600200" cy="527403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73602" y="1045196"/>
            <a:ext cx="63045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276226" y="240054"/>
            <a:ext cx="6296025" cy="885543"/>
          </a:xfrm>
        </p:spPr>
        <p:txBody>
          <a:bodyPr>
            <a:normAutofit/>
          </a:bodyPr>
          <a:lstStyle>
            <a:lvl1pPr algn="l">
              <a:defRPr sz="21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내용 개체 틀 2"/>
          <p:cNvSpPr>
            <a:spLocks noGrp="1"/>
          </p:cNvSpPr>
          <p:nvPr>
            <p:ph idx="13" hasCustomPrompt="1"/>
          </p:nvPr>
        </p:nvSpPr>
        <p:spPr>
          <a:xfrm>
            <a:off x="428627" y="1357639"/>
            <a:ext cx="6143625" cy="8069263"/>
          </a:xfrm>
        </p:spPr>
        <p:txBody>
          <a:bodyPr>
            <a:normAutofit/>
          </a:bodyPr>
          <a:lstStyle>
            <a:lvl1pPr marL="134994" indent="-134994">
              <a:spcBef>
                <a:spcPts val="180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500" b="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77984" indent="-188992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66976" indent="-188992">
              <a:spcBef>
                <a:spcPts val="450"/>
              </a:spcBef>
              <a:spcAft>
                <a:spcPts val="450"/>
              </a:spcAft>
              <a:buFont typeface="나눔고딕" panose="020D0604000000000000" pitchFamily="50" charset="-127"/>
              <a:buChar char="▶"/>
              <a:defRPr sz="10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755968" indent="-188992">
              <a:spcBef>
                <a:spcPts val="0"/>
              </a:spcBef>
              <a:spcAft>
                <a:spcPts val="450"/>
              </a:spcAft>
              <a:buFontTx/>
              <a:buChar char="-"/>
              <a:defRPr sz="9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17961" indent="-188992">
              <a:spcBef>
                <a:spcPts val="0"/>
              </a:spcBef>
              <a:defRPr sz="825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단계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단계</a:t>
            </a:r>
            <a:endParaRPr lang="en-US" altLang="ko-KR" dirty="0"/>
          </a:p>
          <a:p>
            <a:pPr lvl="2"/>
            <a:r>
              <a:rPr lang="en-US" altLang="ko-KR" dirty="0"/>
              <a:t>3</a:t>
            </a:r>
            <a:r>
              <a:rPr lang="ko-KR" altLang="en-US" dirty="0"/>
              <a:t>단계</a:t>
            </a:r>
            <a:endParaRPr lang="en-US" altLang="ko-KR" dirty="0"/>
          </a:p>
          <a:p>
            <a:pPr lvl="3"/>
            <a:r>
              <a:rPr lang="en-US" altLang="ko-KR" dirty="0"/>
              <a:t>4</a:t>
            </a:r>
            <a:r>
              <a:rPr lang="ko-KR" altLang="en-US" dirty="0"/>
              <a:t>단계</a:t>
            </a:r>
            <a:endParaRPr lang="en-US" altLang="ko-KR" dirty="0"/>
          </a:p>
          <a:p>
            <a:pPr lvl="4"/>
            <a:r>
              <a:rPr lang="en-US" altLang="ko-KR" dirty="0"/>
              <a:t>5</a:t>
            </a:r>
            <a:r>
              <a:rPr lang="ko-KR" altLang="en-US" dirty="0"/>
              <a:t>단계</a:t>
            </a:r>
            <a:endParaRPr lang="en-US" altLang="ko-KR" dirty="0"/>
          </a:p>
          <a:p>
            <a:pPr lvl="3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270" y="215493"/>
            <a:ext cx="661890" cy="33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3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C770E-44FC-46D5-B968-24C09018D84F}" type="datetime1">
              <a:rPr lang="ko-KR" altLang="en-US" smtClean="0"/>
              <a:t>2025-10-29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270" y="215493"/>
            <a:ext cx="661890" cy="337005"/>
          </a:xfrm>
          <a:prstGeom prst="rect">
            <a:avLst/>
          </a:prstGeom>
        </p:spPr>
      </p:pic>
      <p:sp>
        <p:nvSpPr>
          <p:cNvPr id="7" name="제목 11"/>
          <p:cNvSpPr>
            <a:spLocks noGrp="1"/>
          </p:cNvSpPr>
          <p:nvPr>
            <p:ph type="title" hasCustomPrompt="1"/>
          </p:nvPr>
        </p:nvSpPr>
        <p:spPr>
          <a:xfrm>
            <a:off x="182887" y="220133"/>
            <a:ext cx="6398889" cy="1277233"/>
          </a:xfrm>
        </p:spPr>
        <p:txBody>
          <a:bodyPr>
            <a:normAutofit/>
          </a:bodyPr>
          <a:lstStyle>
            <a:lvl1pPr algn="l">
              <a:defRPr sz="2100" b="0" i="0" u="none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algn="l"/>
            <a:r>
              <a:rPr lang="ko-KR" altLang="en-US" sz="2100" b="1" dirty="0">
                <a:solidFill>
                  <a:srgbClr val="1D314E"/>
                </a:solidFill>
              </a:rPr>
              <a:t>텍스트</a:t>
            </a:r>
          </a:p>
        </p:txBody>
      </p:sp>
    </p:spTree>
    <p:extLst>
      <p:ext uri="{BB962C8B-B14F-4D97-AF65-F5344CB8AC3E}">
        <p14:creationId xmlns:p14="http://schemas.microsoft.com/office/powerpoint/2010/main" val="23662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7"/>
            <a:ext cx="5829300" cy="2123369"/>
          </a:xfrm>
        </p:spPr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  <a:lvl2pPr marL="342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92A9B39A-9AA7-4512-8DFF-BF17BEFDEFDF}" type="datetime1">
              <a:rPr lang="ko-KR" altLang="en-US" smtClean="0"/>
              <a:t>2025-10-29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9353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  <a:lvl2pPr>
              <a:defRPr>
                <a:latin typeface="나눔고딕" pitchFamily="50" charset="-127"/>
                <a:ea typeface="나눔고딕" pitchFamily="50" charset="-127"/>
              </a:defRPr>
            </a:lvl2pPr>
            <a:lvl3pPr>
              <a:defRPr>
                <a:latin typeface="나눔고딕" pitchFamily="50" charset="-127"/>
                <a:ea typeface="나눔고딕" pitchFamily="50" charset="-127"/>
              </a:defRPr>
            </a:lvl3pPr>
            <a:lvl4pPr>
              <a:defRPr>
                <a:latin typeface="나눔고딕" pitchFamily="50" charset="-127"/>
                <a:ea typeface="나눔고딕" pitchFamily="50" charset="-127"/>
              </a:defRPr>
            </a:lvl4pPr>
            <a:lvl5pPr>
              <a:defRPr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84E7292D-1BAC-4C38-A722-5E5613E5A6F6}" type="datetime1">
              <a:rPr lang="ko-KR" altLang="en-US" smtClean="0"/>
              <a:t>2025-10-29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5023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7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401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68C8B9E4-C9D0-4D63-A12A-356066041967}" type="datetime1">
              <a:rPr lang="ko-KR" altLang="en-US" smtClean="0"/>
              <a:t>2025-10-29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401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401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811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</p:sldLayoutIdLst>
  <p:hf hdr="0" ftr="0" dt="0"/>
  <p:txStyles>
    <p:titleStyle>
      <a:lvl1pPr algn="ctr" defTabSz="685772" rtl="0" eaLnBrk="1" latinLnBrk="1" hangingPunct="1">
        <a:spcBef>
          <a:spcPct val="0"/>
        </a:spcBef>
        <a:buNone/>
        <a:defRPr sz="33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j-cs"/>
        </a:defRPr>
      </a:lvl1pPr>
    </p:titleStyle>
    <p:bodyStyle>
      <a:lvl1pPr marL="257165" indent="-257165" algn="l" defTabSz="685772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1pPr>
      <a:lvl2pPr marL="557189" indent="-214304" algn="l" defTabSz="685772" rtl="0" eaLnBrk="1" latinLnBrk="1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857214" indent="-171443" algn="l" defTabSz="685772" rtl="0" eaLnBrk="1" latinLnBrk="1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200100" indent="-171443" algn="l" defTabSz="685772" rtl="0" eaLnBrk="1" latinLnBrk="1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1542985" indent="-171443" algn="l" defTabSz="685772" rtl="0" eaLnBrk="1" latinLnBrk="1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1885871" indent="-171443" algn="l" defTabSz="685772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7" indent="-171443" algn="l" defTabSz="685772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43" indent="-171443" algn="l" defTabSz="685772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8" indent="-171443" algn="l" defTabSz="685772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2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7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3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8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4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9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5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275175F-7D62-4ED4-8529-917B3CB1296B}"/>
              </a:ext>
            </a:extLst>
          </p:cNvPr>
          <p:cNvSpPr/>
          <p:nvPr/>
        </p:nvSpPr>
        <p:spPr>
          <a:xfrm>
            <a:off x="754857" y="1477222"/>
            <a:ext cx="5348286" cy="1832001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12E807D-E702-4A92-8078-99D4B2661843}"/>
              </a:ext>
            </a:extLst>
          </p:cNvPr>
          <p:cNvSpPr/>
          <p:nvPr/>
        </p:nvSpPr>
        <p:spPr>
          <a:xfrm>
            <a:off x="1059806" y="1747676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A1129E2-6869-4E36-B061-13DEB4B2CB5F}"/>
              </a:ext>
            </a:extLst>
          </p:cNvPr>
          <p:cNvSpPr/>
          <p:nvPr/>
        </p:nvSpPr>
        <p:spPr>
          <a:xfrm>
            <a:off x="2756431" y="1747676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203A4F3-97F0-4447-98EE-F39AE954C73A}"/>
              </a:ext>
            </a:extLst>
          </p:cNvPr>
          <p:cNvSpPr/>
          <p:nvPr/>
        </p:nvSpPr>
        <p:spPr>
          <a:xfrm>
            <a:off x="4453058" y="1747676"/>
            <a:ext cx="1345136" cy="1345136"/>
          </a:xfrm>
          <a:prstGeom prst="ellipse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CD64CF7-841E-46ED-90DE-16F5D96E46F4}"/>
              </a:ext>
            </a:extLst>
          </p:cNvPr>
          <p:cNvSpPr/>
          <p:nvPr/>
        </p:nvSpPr>
        <p:spPr>
          <a:xfrm>
            <a:off x="4554169" y="1845688"/>
            <a:ext cx="1146013" cy="1146013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7E94905-82A9-40BB-9FAD-6E8DEE3D3AEB}"/>
              </a:ext>
            </a:extLst>
          </p:cNvPr>
          <p:cNvSpPr/>
          <p:nvPr/>
        </p:nvSpPr>
        <p:spPr>
          <a:xfrm>
            <a:off x="754857" y="6352081"/>
            <a:ext cx="5348286" cy="1832001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356BD56-29F0-46C9-9434-B3522262F8EE}"/>
              </a:ext>
            </a:extLst>
          </p:cNvPr>
          <p:cNvSpPr/>
          <p:nvPr/>
        </p:nvSpPr>
        <p:spPr>
          <a:xfrm>
            <a:off x="1059806" y="6622535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B114F63-385E-49FD-BFF1-76AF809E4CF0}"/>
              </a:ext>
            </a:extLst>
          </p:cNvPr>
          <p:cNvSpPr/>
          <p:nvPr/>
        </p:nvSpPr>
        <p:spPr>
          <a:xfrm>
            <a:off x="2756431" y="6622535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6F65520-BC94-455E-8C5A-912DCDF4F78E}"/>
              </a:ext>
            </a:extLst>
          </p:cNvPr>
          <p:cNvSpPr/>
          <p:nvPr/>
        </p:nvSpPr>
        <p:spPr>
          <a:xfrm>
            <a:off x="4453058" y="6622535"/>
            <a:ext cx="1345136" cy="1345136"/>
          </a:xfrm>
          <a:prstGeom prst="ellipse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E289EB5-2C68-4ABF-8E84-DB657BD4C97F}"/>
              </a:ext>
            </a:extLst>
          </p:cNvPr>
          <p:cNvSpPr/>
          <p:nvPr/>
        </p:nvSpPr>
        <p:spPr>
          <a:xfrm>
            <a:off x="4554169" y="6720547"/>
            <a:ext cx="1146013" cy="1146013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320E7D7-8D7B-4FCA-944C-C199B9BCCC05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710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275175F-7D62-4ED4-8529-917B3CB1296B}"/>
              </a:ext>
            </a:extLst>
          </p:cNvPr>
          <p:cNvSpPr/>
          <p:nvPr/>
        </p:nvSpPr>
        <p:spPr>
          <a:xfrm>
            <a:off x="754857" y="1477222"/>
            <a:ext cx="5348286" cy="1832001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12E807D-E702-4A92-8078-99D4B2661843}"/>
              </a:ext>
            </a:extLst>
          </p:cNvPr>
          <p:cNvSpPr/>
          <p:nvPr/>
        </p:nvSpPr>
        <p:spPr>
          <a:xfrm>
            <a:off x="1059806" y="1747676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A1129E2-6869-4E36-B061-13DEB4B2CB5F}"/>
              </a:ext>
            </a:extLst>
          </p:cNvPr>
          <p:cNvSpPr/>
          <p:nvPr/>
        </p:nvSpPr>
        <p:spPr>
          <a:xfrm>
            <a:off x="2756431" y="1747676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7E94905-82A9-40BB-9FAD-6E8DEE3D3AEB}"/>
              </a:ext>
            </a:extLst>
          </p:cNvPr>
          <p:cNvSpPr/>
          <p:nvPr/>
        </p:nvSpPr>
        <p:spPr>
          <a:xfrm>
            <a:off x="754857" y="6352081"/>
            <a:ext cx="5348286" cy="1832001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C6C9057-DA19-42C1-8122-21B79285AF9B}"/>
              </a:ext>
            </a:extLst>
          </p:cNvPr>
          <p:cNvGrpSpPr/>
          <p:nvPr/>
        </p:nvGrpSpPr>
        <p:grpSpPr>
          <a:xfrm>
            <a:off x="4453058" y="6622535"/>
            <a:ext cx="1345136" cy="1345136"/>
            <a:chOff x="4453058" y="6622535"/>
            <a:chExt cx="1345136" cy="1345136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6F65520-BC94-455E-8C5A-912DCDF4F78E}"/>
                </a:ext>
              </a:extLst>
            </p:cNvPr>
            <p:cNvSpPr/>
            <p:nvPr/>
          </p:nvSpPr>
          <p:spPr>
            <a:xfrm>
              <a:off x="4453058" y="6622535"/>
              <a:ext cx="1345136" cy="134513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E289EB5-2C68-4ABF-8E84-DB657BD4C97F}"/>
                </a:ext>
              </a:extLst>
            </p:cNvPr>
            <p:cNvSpPr/>
            <p:nvPr/>
          </p:nvSpPr>
          <p:spPr>
            <a:xfrm>
              <a:off x="4554169" y="6720547"/>
              <a:ext cx="1146013" cy="114601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320E7D7-8D7B-4FCA-944C-C199B9BCCC05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5119AEC-B2E8-4322-9620-43E37B30BDB5}"/>
              </a:ext>
            </a:extLst>
          </p:cNvPr>
          <p:cNvSpPr/>
          <p:nvPr/>
        </p:nvSpPr>
        <p:spPr>
          <a:xfrm>
            <a:off x="4453058" y="1747676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436E1FD-CDB6-4BA0-A667-B6EA21638B6C}"/>
              </a:ext>
            </a:extLst>
          </p:cNvPr>
          <p:cNvGrpSpPr/>
          <p:nvPr/>
        </p:nvGrpSpPr>
        <p:grpSpPr>
          <a:xfrm>
            <a:off x="2756431" y="6622535"/>
            <a:ext cx="1345136" cy="1345136"/>
            <a:chOff x="4453058" y="6622535"/>
            <a:chExt cx="1345136" cy="1345136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374E3E3D-3182-4B23-A17A-509E76DD950A}"/>
                </a:ext>
              </a:extLst>
            </p:cNvPr>
            <p:cNvSpPr/>
            <p:nvPr/>
          </p:nvSpPr>
          <p:spPr>
            <a:xfrm>
              <a:off x="4453058" y="6622535"/>
              <a:ext cx="1345136" cy="134513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C8A6268F-71D2-46BC-A325-38E5E73E49C8}"/>
                </a:ext>
              </a:extLst>
            </p:cNvPr>
            <p:cNvSpPr/>
            <p:nvPr/>
          </p:nvSpPr>
          <p:spPr>
            <a:xfrm>
              <a:off x="4554169" y="6720547"/>
              <a:ext cx="1146013" cy="114601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D6375D7-67AC-4F74-BE43-FC34563FD34F}"/>
              </a:ext>
            </a:extLst>
          </p:cNvPr>
          <p:cNvGrpSpPr/>
          <p:nvPr/>
        </p:nvGrpSpPr>
        <p:grpSpPr>
          <a:xfrm>
            <a:off x="1059804" y="6622535"/>
            <a:ext cx="1345136" cy="1345136"/>
            <a:chOff x="4453058" y="6622535"/>
            <a:chExt cx="1345136" cy="1345136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6155B9A-2009-42D4-9263-5587BBF5D358}"/>
                </a:ext>
              </a:extLst>
            </p:cNvPr>
            <p:cNvSpPr/>
            <p:nvPr/>
          </p:nvSpPr>
          <p:spPr>
            <a:xfrm>
              <a:off x="4453058" y="6622535"/>
              <a:ext cx="1345136" cy="134513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39B194E4-9BD1-419A-90F0-F58FC12FC462}"/>
                </a:ext>
              </a:extLst>
            </p:cNvPr>
            <p:cNvSpPr/>
            <p:nvPr/>
          </p:nvSpPr>
          <p:spPr>
            <a:xfrm>
              <a:off x="4554169" y="6720547"/>
              <a:ext cx="1146013" cy="114601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6EF3BB3-A58C-45EB-AFBB-99D4515D1DB4}"/>
              </a:ext>
            </a:extLst>
          </p:cNvPr>
          <p:cNvSpPr txBox="1"/>
          <p:nvPr/>
        </p:nvSpPr>
        <p:spPr>
          <a:xfrm>
            <a:off x="244699" y="128789"/>
            <a:ext cx="13394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①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31C07-59A6-4F57-AA0C-5F2A766EA0E3}"/>
              </a:ext>
            </a:extLst>
          </p:cNvPr>
          <p:cNvSpPr txBox="1"/>
          <p:nvPr/>
        </p:nvSpPr>
        <p:spPr>
          <a:xfrm>
            <a:off x="186265" y="5110767"/>
            <a:ext cx="13394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2740329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275175F-7D62-4ED4-8529-917B3CB1296B}"/>
              </a:ext>
            </a:extLst>
          </p:cNvPr>
          <p:cNvSpPr/>
          <p:nvPr/>
        </p:nvSpPr>
        <p:spPr>
          <a:xfrm>
            <a:off x="754857" y="1081826"/>
            <a:ext cx="5348286" cy="3309870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12E807D-E702-4A92-8078-99D4B2661843}"/>
              </a:ext>
            </a:extLst>
          </p:cNvPr>
          <p:cNvSpPr/>
          <p:nvPr/>
        </p:nvSpPr>
        <p:spPr>
          <a:xfrm>
            <a:off x="1059806" y="1747676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A1129E2-6869-4E36-B061-13DEB4B2CB5F}"/>
              </a:ext>
            </a:extLst>
          </p:cNvPr>
          <p:cNvSpPr/>
          <p:nvPr/>
        </p:nvSpPr>
        <p:spPr>
          <a:xfrm>
            <a:off x="2756431" y="1271157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9747F91-B43D-48BD-9B93-6C7B05DAB22C}"/>
              </a:ext>
            </a:extLst>
          </p:cNvPr>
          <p:cNvGrpSpPr/>
          <p:nvPr/>
        </p:nvGrpSpPr>
        <p:grpSpPr>
          <a:xfrm>
            <a:off x="4453058" y="2752227"/>
            <a:ext cx="1345136" cy="1345136"/>
            <a:chOff x="4453058" y="1747676"/>
            <a:chExt cx="1345136" cy="1345136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203A4F3-97F0-4447-98EE-F39AE954C73A}"/>
                </a:ext>
              </a:extLst>
            </p:cNvPr>
            <p:cNvSpPr/>
            <p:nvPr/>
          </p:nvSpPr>
          <p:spPr>
            <a:xfrm>
              <a:off x="4453058" y="1747676"/>
              <a:ext cx="1345136" cy="134513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CD64CF7-841E-46ED-90DE-16F5D96E46F4}"/>
                </a:ext>
              </a:extLst>
            </p:cNvPr>
            <p:cNvSpPr/>
            <p:nvPr/>
          </p:nvSpPr>
          <p:spPr>
            <a:xfrm>
              <a:off x="4554169" y="1845688"/>
              <a:ext cx="1146013" cy="114601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7E94905-82A9-40BB-9FAD-6E8DEE3D3AEB}"/>
              </a:ext>
            </a:extLst>
          </p:cNvPr>
          <p:cNvSpPr/>
          <p:nvPr/>
        </p:nvSpPr>
        <p:spPr>
          <a:xfrm>
            <a:off x="754857" y="5941763"/>
            <a:ext cx="5348286" cy="3827675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356BD56-29F0-46C9-9434-B3522262F8EE}"/>
              </a:ext>
            </a:extLst>
          </p:cNvPr>
          <p:cNvSpPr/>
          <p:nvPr/>
        </p:nvSpPr>
        <p:spPr>
          <a:xfrm>
            <a:off x="1059806" y="6158893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B114F63-385E-49FD-BFF1-76AF809E4CF0}"/>
              </a:ext>
            </a:extLst>
          </p:cNvPr>
          <p:cNvSpPr/>
          <p:nvPr/>
        </p:nvSpPr>
        <p:spPr>
          <a:xfrm>
            <a:off x="2756431" y="7202083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A57D0B-24AF-481B-9D4B-97A16F7AAEA3}"/>
              </a:ext>
            </a:extLst>
          </p:cNvPr>
          <p:cNvGrpSpPr/>
          <p:nvPr/>
        </p:nvGrpSpPr>
        <p:grpSpPr>
          <a:xfrm>
            <a:off x="4453058" y="8142241"/>
            <a:ext cx="1345136" cy="1345136"/>
            <a:chOff x="4453058" y="6622535"/>
            <a:chExt cx="1345136" cy="1345136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6F65520-BC94-455E-8C5A-912DCDF4F78E}"/>
                </a:ext>
              </a:extLst>
            </p:cNvPr>
            <p:cNvSpPr/>
            <p:nvPr/>
          </p:nvSpPr>
          <p:spPr>
            <a:xfrm>
              <a:off x="4453058" y="6622535"/>
              <a:ext cx="1345136" cy="134513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E289EB5-2C68-4ABF-8E84-DB657BD4C97F}"/>
                </a:ext>
              </a:extLst>
            </p:cNvPr>
            <p:cNvSpPr/>
            <p:nvPr/>
          </p:nvSpPr>
          <p:spPr>
            <a:xfrm>
              <a:off x="4554169" y="6720547"/>
              <a:ext cx="1146013" cy="114601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320E7D7-8D7B-4FCA-944C-C199B9BCCC05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C956AEF-7544-4542-83F6-0B26F1B33E40}"/>
              </a:ext>
            </a:extLst>
          </p:cNvPr>
          <p:cNvSpPr txBox="1"/>
          <p:nvPr/>
        </p:nvSpPr>
        <p:spPr>
          <a:xfrm>
            <a:off x="186265" y="5110767"/>
            <a:ext cx="13394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②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ED0B39-0BF0-4136-B76F-C09F76DA8A82}"/>
              </a:ext>
            </a:extLst>
          </p:cNvPr>
          <p:cNvSpPr txBox="1"/>
          <p:nvPr/>
        </p:nvSpPr>
        <p:spPr>
          <a:xfrm>
            <a:off x="242480" y="136561"/>
            <a:ext cx="13394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2583802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7E94905-82A9-40BB-9FAD-6E8DEE3D3AEB}"/>
              </a:ext>
            </a:extLst>
          </p:cNvPr>
          <p:cNvSpPr/>
          <p:nvPr/>
        </p:nvSpPr>
        <p:spPr>
          <a:xfrm>
            <a:off x="754857" y="6352081"/>
            <a:ext cx="5348286" cy="1832001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356BD56-29F0-46C9-9434-B3522262F8EE}"/>
              </a:ext>
            </a:extLst>
          </p:cNvPr>
          <p:cNvSpPr/>
          <p:nvPr/>
        </p:nvSpPr>
        <p:spPr>
          <a:xfrm>
            <a:off x="1677990" y="6622535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B114F63-385E-49FD-BFF1-76AF809E4CF0}"/>
              </a:ext>
            </a:extLst>
          </p:cNvPr>
          <p:cNvSpPr/>
          <p:nvPr/>
        </p:nvSpPr>
        <p:spPr>
          <a:xfrm>
            <a:off x="2756431" y="6622535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A57D0B-24AF-481B-9D4B-97A16F7AAEA3}"/>
              </a:ext>
            </a:extLst>
          </p:cNvPr>
          <p:cNvGrpSpPr/>
          <p:nvPr/>
        </p:nvGrpSpPr>
        <p:grpSpPr>
          <a:xfrm>
            <a:off x="3809115" y="6622535"/>
            <a:ext cx="1345136" cy="1345136"/>
            <a:chOff x="4453058" y="6622535"/>
            <a:chExt cx="1345136" cy="1345136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6F65520-BC94-455E-8C5A-912DCDF4F78E}"/>
                </a:ext>
              </a:extLst>
            </p:cNvPr>
            <p:cNvSpPr/>
            <p:nvPr/>
          </p:nvSpPr>
          <p:spPr>
            <a:xfrm>
              <a:off x="4453058" y="6622535"/>
              <a:ext cx="1345136" cy="134513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E289EB5-2C68-4ABF-8E84-DB657BD4C97F}"/>
                </a:ext>
              </a:extLst>
            </p:cNvPr>
            <p:cNvSpPr/>
            <p:nvPr/>
          </p:nvSpPr>
          <p:spPr>
            <a:xfrm>
              <a:off x="4554169" y="6720547"/>
              <a:ext cx="1146013" cy="114601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320E7D7-8D7B-4FCA-944C-C199B9BCCC05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C956AEF-7544-4542-83F6-0B26F1B33E40}"/>
              </a:ext>
            </a:extLst>
          </p:cNvPr>
          <p:cNvSpPr txBox="1"/>
          <p:nvPr/>
        </p:nvSpPr>
        <p:spPr>
          <a:xfrm>
            <a:off x="186265" y="5110767"/>
            <a:ext cx="13394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ED0B39-0BF0-4136-B76F-C09F76DA8A82}"/>
              </a:ext>
            </a:extLst>
          </p:cNvPr>
          <p:cNvSpPr txBox="1"/>
          <p:nvPr/>
        </p:nvSpPr>
        <p:spPr>
          <a:xfrm>
            <a:off x="242480" y="136561"/>
            <a:ext cx="817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③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8B363A1-D0CC-47D5-A9FA-B53A2A9DA2BB}"/>
              </a:ext>
            </a:extLst>
          </p:cNvPr>
          <p:cNvSpPr/>
          <p:nvPr/>
        </p:nvSpPr>
        <p:spPr>
          <a:xfrm>
            <a:off x="186264" y="1477222"/>
            <a:ext cx="6562265" cy="1832001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EE3FDEF-5B91-47A8-A9ED-884D960C92F2}"/>
              </a:ext>
            </a:extLst>
          </p:cNvPr>
          <p:cNvSpPr/>
          <p:nvPr/>
        </p:nvSpPr>
        <p:spPr>
          <a:xfrm>
            <a:off x="377225" y="1747676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F7A9F9A-F1DA-4E07-A80E-406C17E904AD}"/>
              </a:ext>
            </a:extLst>
          </p:cNvPr>
          <p:cNvSpPr/>
          <p:nvPr/>
        </p:nvSpPr>
        <p:spPr>
          <a:xfrm>
            <a:off x="3567799" y="1747676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F7F1691-0BD7-4D15-9689-7A2238C2CD1E}"/>
              </a:ext>
            </a:extLst>
          </p:cNvPr>
          <p:cNvGrpSpPr/>
          <p:nvPr/>
        </p:nvGrpSpPr>
        <p:grpSpPr>
          <a:xfrm>
            <a:off x="5158164" y="1720654"/>
            <a:ext cx="1345136" cy="1345136"/>
            <a:chOff x="4453058" y="6622535"/>
            <a:chExt cx="1345136" cy="1345136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A99A1D6-5F78-449D-8BF9-1C79E81B6454}"/>
                </a:ext>
              </a:extLst>
            </p:cNvPr>
            <p:cNvSpPr/>
            <p:nvPr/>
          </p:nvSpPr>
          <p:spPr>
            <a:xfrm>
              <a:off x="4453058" y="6622535"/>
              <a:ext cx="1345136" cy="134513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06C45B3F-1CB9-495F-8E52-35192C117BC3}"/>
                </a:ext>
              </a:extLst>
            </p:cNvPr>
            <p:cNvSpPr/>
            <p:nvPr/>
          </p:nvSpPr>
          <p:spPr>
            <a:xfrm>
              <a:off x="4554169" y="6720547"/>
              <a:ext cx="1146013" cy="114601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99552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7E94905-82A9-40BB-9FAD-6E8DEE3D3AEB}"/>
              </a:ext>
            </a:extLst>
          </p:cNvPr>
          <p:cNvSpPr/>
          <p:nvPr/>
        </p:nvSpPr>
        <p:spPr>
          <a:xfrm>
            <a:off x="754857" y="6352081"/>
            <a:ext cx="5348286" cy="1832001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356BD56-29F0-46C9-9434-B3522262F8EE}"/>
              </a:ext>
            </a:extLst>
          </p:cNvPr>
          <p:cNvSpPr/>
          <p:nvPr/>
        </p:nvSpPr>
        <p:spPr>
          <a:xfrm>
            <a:off x="1059806" y="6622535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B114F63-385E-49FD-BFF1-76AF809E4CF0}"/>
              </a:ext>
            </a:extLst>
          </p:cNvPr>
          <p:cNvSpPr/>
          <p:nvPr/>
        </p:nvSpPr>
        <p:spPr>
          <a:xfrm>
            <a:off x="2756431" y="6622535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A57D0B-24AF-481B-9D4B-97A16F7AAEA3}"/>
              </a:ext>
            </a:extLst>
          </p:cNvPr>
          <p:cNvGrpSpPr/>
          <p:nvPr/>
        </p:nvGrpSpPr>
        <p:grpSpPr>
          <a:xfrm>
            <a:off x="4453058" y="6622535"/>
            <a:ext cx="1345136" cy="1345136"/>
            <a:chOff x="4453058" y="6622535"/>
            <a:chExt cx="1345136" cy="1345136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6F65520-BC94-455E-8C5A-912DCDF4F78E}"/>
                </a:ext>
              </a:extLst>
            </p:cNvPr>
            <p:cNvSpPr/>
            <p:nvPr/>
          </p:nvSpPr>
          <p:spPr>
            <a:xfrm>
              <a:off x="4453058" y="6622535"/>
              <a:ext cx="1345136" cy="134513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E289EB5-2C68-4ABF-8E84-DB657BD4C97F}"/>
                </a:ext>
              </a:extLst>
            </p:cNvPr>
            <p:cNvSpPr/>
            <p:nvPr/>
          </p:nvSpPr>
          <p:spPr>
            <a:xfrm>
              <a:off x="4554169" y="6720547"/>
              <a:ext cx="1146013" cy="114601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320E7D7-8D7B-4FCA-944C-C199B9BCCC05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C956AEF-7544-4542-83F6-0B26F1B33E40}"/>
              </a:ext>
            </a:extLst>
          </p:cNvPr>
          <p:cNvSpPr txBox="1"/>
          <p:nvPr/>
        </p:nvSpPr>
        <p:spPr>
          <a:xfrm>
            <a:off x="186265" y="5110767"/>
            <a:ext cx="13394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④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ED0B39-0BF0-4136-B76F-C09F76DA8A82}"/>
              </a:ext>
            </a:extLst>
          </p:cNvPr>
          <p:cNvSpPr txBox="1"/>
          <p:nvPr/>
        </p:nvSpPr>
        <p:spPr>
          <a:xfrm>
            <a:off x="242480" y="136561"/>
            <a:ext cx="817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④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94FD3BE-E743-44A7-9879-5CB49F752B3D}"/>
              </a:ext>
            </a:extLst>
          </p:cNvPr>
          <p:cNvSpPr/>
          <p:nvPr/>
        </p:nvSpPr>
        <p:spPr>
          <a:xfrm>
            <a:off x="1321650" y="305345"/>
            <a:ext cx="925910" cy="925910"/>
          </a:xfrm>
          <a:prstGeom prst="ellipse">
            <a:avLst/>
          </a:prstGeom>
          <a:pattFill prst="solidDmnd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6E80D7D-ACFE-4DCC-ABFF-24AE7EF5515E}"/>
              </a:ext>
            </a:extLst>
          </p:cNvPr>
          <p:cNvSpPr/>
          <p:nvPr/>
        </p:nvSpPr>
        <p:spPr>
          <a:xfrm>
            <a:off x="2955068" y="440581"/>
            <a:ext cx="622526" cy="622526"/>
          </a:xfrm>
          <a:prstGeom prst="ellipse">
            <a:avLst/>
          </a:prstGeom>
          <a:pattFill prst="solidDmnd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374CB19-D6E4-4680-9DAB-9B8641B3B3B4}"/>
              </a:ext>
            </a:extLst>
          </p:cNvPr>
          <p:cNvGrpSpPr/>
          <p:nvPr/>
        </p:nvGrpSpPr>
        <p:grpSpPr>
          <a:xfrm>
            <a:off x="3737699" y="204199"/>
            <a:ext cx="925910" cy="925910"/>
            <a:chOff x="3740263" y="1017747"/>
            <a:chExt cx="622526" cy="622526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BF244A55-D41D-4E93-B3C4-A0DB22AF607D}"/>
                </a:ext>
              </a:extLst>
            </p:cNvPr>
            <p:cNvSpPr/>
            <p:nvPr/>
          </p:nvSpPr>
          <p:spPr>
            <a:xfrm>
              <a:off x="3740263" y="1017747"/>
              <a:ext cx="622526" cy="62252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79B99CB4-C514-4D99-B9E4-D0739AC35990}"/>
                </a:ext>
              </a:extLst>
            </p:cNvPr>
            <p:cNvSpPr/>
            <p:nvPr/>
          </p:nvSpPr>
          <p:spPr>
            <a:xfrm>
              <a:off x="3787057" y="1063107"/>
              <a:ext cx="530373" cy="53037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36B72BE-987F-4262-B2FE-ED2CD95DA42C}"/>
              </a:ext>
            </a:extLst>
          </p:cNvPr>
          <p:cNvSpPr/>
          <p:nvPr/>
        </p:nvSpPr>
        <p:spPr>
          <a:xfrm>
            <a:off x="754857" y="1477222"/>
            <a:ext cx="5348286" cy="1832001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9D84723-55FD-4DFC-8715-7276EA6C963F}"/>
              </a:ext>
            </a:extLst>
          </p:cNvPr>
          <p:cNvSpPr/>
          <p:nvPr/>
        </p:nvSpPr>
        <p:spPr>
          <a:xfrm>
            <a:off x="1059806" y="1747676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D85D3BC-B38D-4CBB-B647-F388E4263B13}"/>
              </a:ext>
            </a:extLst>
          </p:cNvPr>
          <p:cNvSpPr/>
          <p:nvPr/>
        </p:nvSpPr>
        <p:spPr>
          <a:xfrm>
            <a:off x="2756431" y="1747676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4E3DEE0-65F7-4948-99DB-86D1FB4491D0}"/>
              </a:ext>
            </a:extLst>
          </p:cNvPr>
          <p:cNvSpPr/>
          <p:nvPr/>
        </p:nvSpPr>
        <p:spPr>
          <a:xfrm>
            <a:off x="4453058" y="1747676"/>
            <a:ext cx="1345136" cy="1345136"/>
          </a:xfrm>
          <a:prstGeom prst="ellipse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23B7828-690B-4DAA-818D-59C574411D4E}"/>
              </a:ext>
            </a:extLst>
          </p:cNvPr>
          <p:cNvSpPr/>
          <p:nvPr/>
        </p:nvSpPr>
        <p:spPr>
          <a:xfrm>
            <a:off x="4554169" y="1845688"/>
            <a:ext cx="1146013" cy="1146013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73BF5D0D-3901-4616-88F9-C215925D5899}"/>
              </a:ext>
            </a:extLst>
          </p:cNvPr>
          <p:cNvSpPr/>
          <p:nvPr/>
        </p:nvSpPr>
        <p:spPr>
          <a:xfrm>
            <a:off x="1525667" y="3858244"/>
            <a:ext cx="622526" cy="622526"/>
          </a:xfrm>
          <a:prstGeom prst="ellipse">
            <a:avLst/>
          </a:prstGeom>
          <a:pattFill prst="solidDmnd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ACE20E2-E52A-4DBC-97F1-AF807F90AE38}"/>
              </a:ext>
            </a:extLst>
          </p:cNvPr>
          <p:cNvSpPr/>
          <p:nvPr/>
        </p:nvSpPr>
        <p:spPr>
          <a:xfrm>
            <a:off x="2466604" y="632118"/>
            <a:ext cx="622526" cy="622526"/>
          </a:xfrm>
          <a:prstGeom prst="ellipse">
            <a:avLst/>
          </a:prstGeom>
          <a:pattFill prst="solidDmnd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93062A7C-508E-4929-8546-F2B2D8C432AA}"/>
              </a:ext>
            </a:extLst>
          </p:cNvPr>
          <p:cNvSpPr/>
          <p:nvPr/>
        </p:nvSpPr>
        <p:spPr>
          <a:xfrm>
            <a:off x="5220133" y="402676"/>
            <a:ext cx="883009" cy="883009"/>
          </a:xfrm>
          <a:prstGeom prst="ellipse">
            <a:avLst/>
          </a:prstGeom>
          <a:pattFill prst="solidDmnd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A5E3C22-2F8F-4B31-8C7A-007B82A152E3}"/>
              </a:ext>
            </a:extLst>
          </p:cNvPr>
          <p:cNvSpPr/>
          <p:nvPr/>
        </p:nvSpPr>
        <p:spPr>
          <a:xfrm>
            <a:off x="5035810" y="3500760"/>
            <a:ext cx="1251653" cy="1251653"/>
          </a:xfrm>
          <a:prstGeom prst="ellipse">
            <a:avLst/>
          </a:prstGeom>
          <a:pattFill prst="solidDmnd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45EBDBC-8977-4AAE-B2B9-302C5620659B}"/>
              </a:ext>
            </a:extLst>
          </p:cNvPr>
          <p:cNvGrpSpPr/>
          <p:nvPr/>
        </p:nvGrpSpPr>
        <p:grpSpPr>
          <a:xfrm>
            <a:off x="3899275" y="4017293"/>
            <a:ext cx="784737" cy="784737"/>
            <a:chOff x="3740263" y="1017747"/>
            <a:chExt cx="622526" cy="62252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15CA46A-32AC-408C-BF7E-60D30DEC8D4B}"/>
                </a:ext>
              </a:extLst>
            </p:cNvPr>
            <p:cNvSpPr/>
            <p:nvPr/>
          </p:nvSpPr>
          <p:spPr>
            <a:xfrm>
              <a:off x="3740263" y="1017747"/>
              <a:ext cx="622526" cy="62252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45F2BBA-1893-4CB1-A79C-B3D496990DE3}"/>
                </a:ext>
              </a:extLst>
            </p:cNvPr>
            <p:cNvSpPr/>
            <p:nvPr/>
          </p:nvSpPr>
          <p:spPr>
            <a:xfrm>
              <a:off x="3787057" y="1063107"/>
              <a:ext cx="530373" cy="53037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3DD7DB4-725B-400C-BD50-29CB396F4495}"/>
              </a:ext>
            </a:extLst>
          </p:cNvPr>
          <p:cNvGrpSpPr/>
          <p:nvPr/>
        </p:nvGrpSpPr>
        <p:grpSpPr>
          <a:xfrm>
            <a:off x="383735" y="3603174"/>
            <a:ext cx="925910" cy="925910"/>
            <a:chOff x="3740263" y="1017747"/>
            <a:chExt cx="622526" cy="622526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6CA7CCCC-4758-4E4C-B067-EEB4AD30AF96}"/>
                </a:ext>
              </a:extLst>
            </p:cNvPr>
            <p:cNvSpPr/>
            <p:nvPr/>
          </p:nvSpPr>
          <p:spPr>
            <a:xfrm>
              <a:off x="3740263" y="1017747"/>
              <a:ext cx="622526" cy="62252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49C227F-1CD2-471B-BC0A-AEC3DFCD423B}"/>
                </a:ext>
              </a:extLst>
            </p:cNvPr>
            <p:cNvSpPr/>
            <p:nvPr/>
          </p:nvSpPr>
          <p:spPr>
            <a:xfrm>
              <a:off x="3787057" y="1063107"/>
              <a:ext cx="530373" cy="53037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sp>
        <p:nvSpPr>
          <p:cNvPr id="43" name="타원 42">
            <a:extLst>
              <a:ext uri="{FF2B5EF4-FFF2-40B4-BE49-F238E27FC236}">
                <a16:creationId xmlns:a16="http://schemas.microsoft.com/office/drawing/2014/main" id="{0178B99F-A1A6-4AF8-84ED-9B0E8C3FE6C8}"/>
              </a:ext>
            </a:extLst>
          </p:cNvPr>
          <p:cNvSpPr/>
          <p:nvPr/>
        </p:nvSpPr>
        <p:spPr>
          <a:xfrm>
            <a:off x="2674294" y="3516809"/>
            <a:ext cx="976714" cy="976714"/>
          </a:xfrm>
          <a:prstGeom prst="ellipse">
            <a:avLst/>
          </a:prstGeom>
          <a:pattFill prst="solidDmnd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5D55266A-01C5-4660-B915-39DD58AE97C6}"/>
              </a:ext>
            </a:extLst>
          </p:cNvPr>
          <p:cNvSpPr/>
          <p:nvPr/>
        </p:nvSpPr>
        <p:spPr>
          <a:xfrm>
            <a:off x="3528086" y="8454536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44392579-8F19-4A85-BC8B-538BCB0329DB}"/>
              </a:ext>
            </a:extLst>
          </p:cNvPr>
          <p:cNvSpPr/>
          <p:nvPr/>
        </p:nvSpPr>
        <p:spPr>
          <a:xfrm>
            <a:off x="5220133" y="5251642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20AB2F7-E269-446C-8345-3B3613764CC9}"/>
              </a:ext>
            </a:extLst>
          </p:cNvPr>
          <p:cNvGrpSpPr/>
          <p:nvPr/>
        </p:nvGrpSpPr>
        <p:grpSpPr>
          <a:xfrm>
            <a:off x="1915527" y="5176713"/>
            <a:ext cx="1345136" cy="1345136"/>
            <a:chOff x="4453058" y="6622535"/>
            <a:chExt cx="1345136" cy="1345136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C7F6320A-2883-4575-B5E9-1CFC1E1AE155}"/>
                </a:ext>
              </a:extLst>
            </p:cNvPr>
            <p:cNvSpPr/>
            <p:nvPr/>
          </p:nvSpPr>
          <p:spPr>
            <a:xfrm>
              <a:off x="4453058" y="6622535"/>
              <a:ext cx="1345136" cy="1345136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9BA9C2BE-090B-4F7C-B960-942B8E7550BB}"/>
                </a:ext>
              </a:extLst>
            </p:cNvPr>
            <p:cNvSpPr/>
            <p:nvPr/>
          </p:nvSpPr>
          <p:spPr>
            <a:xfrm>
              <a:off x="4554169" y="6720547"/>
              <a:ext cx="1146013" cy="114601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62F4BDD6-690B-4262-874C-042A52C087C8}"/>
              </a:ext>
            </a:extLst>
          </p:cNvPr>
          <p:cNvSpPr/>
          <p:nvPr/>
        </p:nvSpPr>
        <p:spPr>
          <a:xfrm>
            <a:off x="250510" y="8381438"/>
            <a:ext cx="1345136" cy="1345136"/>
          </a:xfrm>
          <a:prstGeom prst="ellipse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920263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39639D"/>
      </a:hlink>
      <a:folHlink>
        <a:srgbClr val="34343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21220</TotalTime>
  <Words>8</Words>
  <Application>Microsoft Office PowerPoint</Application>
  <PresentationFormat>A4 용지(210x297mm)</PresentationFormat>
  <Paragraphs>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나눔고딕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문서의 제목 나눔고딕B, 54pt</dc:title>
  <dc:creator>네이버 한글캠페인</dc:creator>
  <cp:lastModifiedBy>Lego</cp:lastModifiedBy>
  <cp:revision>640</cp:revision>
  <cp:lastPrinted>2023-11-28T03:01:22Z</cp:lastPrinted>
  <dcterms:created xsi:type="dcterms:W3CDTF">2011-08-24T01:05:33Z</dcterms:created>
  <dcterms:modified xsi:type="dcterms:W3CDTF">2025-10-29T05:03:31Z</dcterms:modified>
</cp:coreProperties>
</file>